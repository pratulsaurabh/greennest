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75" r:id="rId3"/>
    <p:sldId id="257" r:id="rId4"/>
    <p:sldId id="280" r:id="rId5"/>
    <p:sldId id="281" r:id="rId6"/>
    <p:sldId id="282" r:id="rId7"/>
    <p:sldId id="258" r:id="rId8"/>
    <p:sldId id="259" r:id="rId9"/>
    <p:sldId id="260" r:id="rId10"/>
    <p:sldId id="261" r:id="rId11"/>
    <p:sldId id="262" r:id="rId12"/>
    <p:sldId id="279" r:id="rId13"/>
    <p:sldId id="278" r:id="rId14"/>
    <p:sldId id="263" r:id="rId15"/>
    <p:sldId id="283" r:id="rId16"/>
    <p:sldId id="284" r:id="rId17"/>
    <p:sldId id="264" r:id="rId18"/>
    <p:sldId id="265" r:id="rId19"/>
    <p:sldId id="266" r:id="rId20"/>
    <p:sldId id="267" r:id="rId21"/>
    <p:sldId id="269" r:id="rId22"/>
    <p:sldId id="270" r:id="rId23"/>
    <p:sldId id="271" r:id="rId24"/>
    <p:sldId id="272" r:id="rId25"/>
    <p:sldId id="273" r:id="rId26"/>
    <p:sldId id="274"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8932" autoAdjust="0"/>
  </p:normalViewPr>
  <p:slideViewPr>
    <p:cSldViewPr>
      <p:cViewPr>
        <p:scale>
          <a:sx n="75" d="100"/>
          <a:sy n="75" d="100"/>
        </p:scale>
        <p:origin x="-1236"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4"/>
            <a:ext cx="7315200" cy="2595025"/>
          </a:xfrm>
        </p:spPr>
        <p:txBody>
          <a:bodyPr>
            <a:normAutofit/>
          </a:bodyPr>
          <a:lstStyle>
            <a:lvl1pPr>
              <a:defRPr sz="4800"/>
            </a:lvl1pPr>
          </a:lstStyle>
          <a:p>
            <a:r>
              <a:rPr lang="en-US" smtClean="0"/>
              <a:t>Click to edit Master title style</a:t>
            </a:r>
            <a:endParaRPr lang="en-US"/>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D518A8AB-E861-42AE-92F8-DDF1274B1CF6}" type="datetimeFigureOut">
              <a:rPr lang="en-IN" smtClean="0"/>
              <a:t>30-04-2025</a:t>
            </a:fld>
            <a:endParaRPr lang="en-IN"/>
          </a:p>
        </p:txBody>
      </p:sp>
      <p:sp>
        <p:nvSpPr>
          <p:cNvPr id="8" name="Slide Number Placeholder 7"/>
          <p:cNvSpPr>
            <a:spLocks noGrp="1"/>
          </p:cNvSpPr>
          <p:nvPr>
            <p:ph type="sldNum" sz="quarter" idx="11"/>
          </p:nvPr>
        </p:nvSpPr>
        <p:spPr/>
        <p:txBody>
          <a:bodyPr/>
          <a:lstStyle/>
          <a:p>
            <a:fld id="{C4E54266-976A-4088-9515-81F4D6C7093D}" type="slidenum">
              <a:rPr lang="en-IN" smtClean="0"/>
              <a:t>‹#›</a:t>
            </a:fld>
            <a:endParaRPr lang="en-IN"/>
          </a:p>
        </p:txBody>
      </p:sp>
      <p:sp>
        <p:nvSpPr>
          <p:cNvPr id="9" name="Footer Placeholder 8"/>
          <p:cNvSpPr>
            <a:spLocks noGrp="1"/>
          </p:cNvSpPr>
          <p:nvPr>
            <p:ph type="ftr" sz="quarter" idx="12"/>
          </p:nvPr>
        </p:nvSpPr>
        <p:spPr/>
        <p:txBody>
          <a:bodyPr/>
          <a:lstStyle/>
          <a:p>
            <a:endParaRPr lang="en-IN"/>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518A8AB-E861-42AE-92F8-DDF1274B1CF6}"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E54266-976A-4088-9515-81F4D6C7093D}" type="slidenum">
              <a:rPr lang="en-IN" smtClean="0"/>
              <a:t>‹#›</a:t>
            </a:fld>
            <a:endParaRPr lang="en-IN"/>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914400" y="3865097"/>
            <a:ext cx="7315200" cy="109843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518A8AB-E861-42AE-92F8-DDF1274B1CF6}"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E54266-976A-4088-9515-81F4D6C7093D}" type="slidenum">
              <a:rPr lang="en-IN" smtClean="0"/>
              <a:t>‹#›</a:t>
            </a:fld>
            <a:endParaRPr lang="en-IN"/>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518A8AB-E861-42AE-92F8-DDF1274B1CF6}"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E54266-976A-4088-9515-81F4D6C7093D}" type="slidenum">
              <a:rPr lang="en-IN" smtClean="0"/>
              <a:t>‹#›</a:t>
            </a:fld>
            <a:endParaRPr lang="en-IN"/>
          </a:p>
        </p:txBody>
      </p:sp>
      <p:sp>
        <p:nvSpPr>
          <p:cNvPr id="9" name="Title 8"/>
          <p:cNvSpPr>
            <a:spLocks noGrp="1"/>
          </p:cNvSpPr>
          <p:nvPr>
            <p:ph type="title"/>
          </p:nvPr>
        </p:nvSpPr>
        <p:spPr>
          <a:xfrm>
            <a:off x="914400" y="1544715"/>
            <a:ext cx="7315200" cy="1154097"/>
          </a:xfrm>
        </p:spPr>
        <p:txBody>
          <a:bodyPr/>
          <a:lstStyle/>
          <a:p>
            <a:r>
              <a:rPr lang="en-US" smtClean="0"/>
              <a:t>Click to edit Master title style</a:t>
            </a:r>
            <a:endParaRPr lang="en-US"/>
          </a:p>
        </p:txBody>
      </p:sp>
      <p:sp>
        <p:nvSpPr>
          <p:cNvPr id="8" name="Content Placeholder 7"/>
          <p:cNvSpPr>
            <a:spLocks noGrp="1"/>
          </p:cNvSpPr>
          <p:nvPr>
            <p:ph sz="quarter" idx="13"/>
          </p:nvPr>
        </p:nvSpPr>
        <p:spPr>
          <a:xfrm>
            <a:off x="914400" y="2743200"/>
            <a:ext cx="3566160" cy="359359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81728" y="2743200"/>
            <a:ext cx="3566160" cy="35956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885144" y="2743200"/>
            <a:ext cx="336206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D518A8AB-E861-42AE-92F8-DDF1274B1CF6}" type="datetimeFigureOut">
              <a:rPr lang="en-IN" smtClean="0"/>
              <a:t>30-04-2025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E54266-976A-4088-9515-81F4D6C7093D}" type="slidenum">
              <a:rPr lang="en-IN" smtClean="0"/>
              <a:t>‹#›</a:t>
            </a:fld>
            <a:endParaRPr lang="en-IN"/>
          </a:p>
        </p:txBody>
      </p:sp>
      <p:sp>
        <p:nvSpPr>
          <p:cNvPr id="10" name="Title 9"/>
          <p:cNvSpPr>
            <a:spLocks noGrp="1"/>
          </p:cNvSpPr>
          <p:nvPr>
            <p:ph type="title"/>
          </p:nvPr>
        </p:nvSpPr>
        <p:spPr>
          <a:xfrm>
            <a:off x="914400" y="1544715"/>
            <a:ext cx="7315200" cy="1154097"/>
          </a:xfrm>
        </p:spPr>
        <p:txBody>
          <a:bodyPr/>
          <a:lstStyle/>
          <a:p>
            <a:r>
              <a:rPr lang="en-US" smtClean="0"/>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518A8AB-E861-42AE-92F8-DDF1274B1CF6}" type="datetimeFigureOut">
              <a:rPr lang="en-IN" smtClean="0"/>
              <a:t>30-04-2025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E54266-976A-4088-9515-81F4D6C7093D}" type="slidenum">
              <a:rPr lang="en-IN" smtClean="0"/>
              <a:t>‹#›</a:t>
            </a:fld>
            <a:endParaRPr lang="en-IN"/>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8A8AB-E861-42AE-92F8-DDF1274B1CF6}" type="datetimeFigureOut">
              <a:rPr lang="en-IN" smtClean="0"/>
              <a:t>30-04-2025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E54266-976A-4088-9515-81F4D6C7093D}" type="slidenum">
              <a:rPr lang="en-IN" smtClean="0"/>
              <a:t>‹#›</a:t>
            </a:fld>
            <a:endParaRPr lang="en-IN"/>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2"/>
            <a:ext cx="2950936" cy="2173015"/>
          </a:xfrm>
        </p:spPr>
        <p:txBody>
          <a:bodyPr anchor="b">
            <a:normAutofit/>
          </a:bodyPr>
          <a:lstStyle>
            <a:lvl1pPr algn="l">
              <a:defRPr sz="2800" b="0"/>
            </a:lvl1pPr>
          </a:lstStyle>
          <a:p>
            <a:r>
              <a:rPr lang="en-US" smtClean="0"/>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4400" y="4061095"/>
            <a:ext cx="2950936" cy="2245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18A8AB-E861-42AE-92F8-DDF1274B1CF6}"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E54266-976A-4088-9515-81F4D6C7093D}" type="slidenum">
              <a:rPr lang="en-IN" smtClean="0"/>
              <a:t>‹#›</a:t>
            </a:fld>
            <a:endParaRPr lang="en-IN"/>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18A8AB-E861-42AE-92F8-DDF1274B1CF6}"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E54266-976A-4088-9515-81F4D6C7093D}" type="slidenum">
              <a:rPr lang="en-IN" smtClean="0"/>
              <a:t>‹#›</a:t>
            </a:fld>
            <a:endParaRPr lang="en-IN"/>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18A8AB-E861-42AE-92F8-DDF1274B1CF6}"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E54266-976A-4088-9515-81F4D6C7093D}" type="slidenum">
              <a:rPr lang="en-IN" smtClean="0"/>
              <a:t>‹#›</a:t>
            </a:fld>
            <a:endParaRPr lang="en-IN"/>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0" y="1826709"/>
            <a:ext cx="1492499" cy="448445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18A8AB-E861-42AE-92F8-DDF1274B1CF6}"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E54266-976A-4088-9515-81F4D6C7093D}" type="slidenum">
              <a:rPr lang="en-IN" smtClean="0"/>
              <a:t>‹#›</a:t>
            </a:fld>
            <a:endParaRPr lang="en-IN"/>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14400" y="1544715"/>
            <a:ext cx="7315200" cy="115409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4400" y="2769833"/>
            <a:ext cx="7315200" cy="353952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007690" y="548797"/>
            <a:ext cx="1189132" cy="297918"/>
          </a:xfrm>
          <a:prstGeom prst="rect">
            <a:avLst/>
          </a:prstGeom>
        </p:spPr>
        <p:txBody>
          <a:bodyPr vert="horz" lIns="91440" tIns="45720" rIns="91440" bIns="45720" rtlCol="0" anchor="ctr"/>
          <a:lstStyle>
            <a:lvl1pPr algn="l">
              <a:defRPr sz="1200">
                <a:solidFill>
                  <a:schemeClr val="tx1">
                    <a:alpha val="50000"/>
                  </a:schemeClr>
                </a:solidFill>
              </a:defRPr>
            </a:lvl1pPr>
          </a:lstStyle>
          <a:p>
            <a:fld id="{D518A8AB-E861-42AE-92F8-DDF1274B1CF6}" type="datetimeFigureOut">
              <a:rPr lang="en-IN" smtClean="0"/>
              <a:t>30-04-2025</a:t>
            </a:fld>
            <a:endParaRPr lang="en-IN"/>
          </a:p>
        </p:txBody>
      </p:sp>
      <p:sp>
        <p:nvSpPr>
          <p:cNvPr id="6" name="Slide Number Placeholder 5"/>
          <p:cNvSpPr>
            <a:spLocks noGrp="1"/>
          </p:cNvSpPr>
          <p:nvPr>
            <p:ph type="sldNum" sz="quarter" idx="4"/>
          </p:nvPr>
        </p:nvSpPr>
        <p:spPr>
          <a:xfrm>
            <a:off x="7314415" y="548797"/>
            <a:ext cx="941203" cy="301752"/>
          </a:xfrm>
          <a:prstGeom prst="rect">
            <a:avLst/>
          </a:prstGeom>
        </p:spPr>
        <p:txBody>
          <a:bodyPr vert="horz" lIns="91440" tIns="45720" rIns="91440" bIns="45720" rtlCol="0" anchor="ctr"/>
          <a:lstStyle>
            <a:lvl1pPr algn="r">
              <a:defRPr sz="1200">
                <a:solidFill>
                  <a:schemeClr val="tx1"/>
                </a:solidFill>
              </a:defRPr>
            </a:lvl1pPr>
          </a:lstStyle>
          <a:p>
            <a:fld id="{C4E54266-976A-4088-9515-81F4D6C7093D}" type="slidenum">
              <a:rPr lang="en-IN" smtClean="0"/>
              <a:t>‹#›</a:t>
            </a:fld>
            <a:endParaRPr lang="en-IN"/>
          </a:p>
        </p:txBody>
      </p:sp>
      <p:sp>
        <p:nvSpPr>
          <p:cNvPr id="5" name="Footer Placeholder 4"/>
          <p:cNvSpPr>
            <a:spLocks noGrp="1"/>
          </p:cNvSpPr>
          <p:nvPr>
            <p:ph type="ftr" sz="quarter" idx="3"/>
          </p:nvPr>
        </p:nvSpPr>
        <p:spPr>
          <a:xfrm>
            <a:off x="6008688" y="855956"/>
            <a:ext cx="2246489" cy="301227"/>
          </a:xfrm>
          <a:prstGeom prst="rect">
            <a:avLst/>
          </a:prstGeom>
        </p:spPr>
        <p:txBody>
          <a:bodyPr vert="horz" lIns="91440" tIns="0" rIns="91440" bIns="45720" rtlCol="0" anchor="t"/>
          <a:lstStyle>
            <a:lvl1pPr algn="l">
              <a:defRPr sz="1000">
                <a:solidFill>
                  <a:schemeClr val="tx1"/>
                </a:solidFill>
              </a:defRPr>
            </a:lvl1pPr>
          </a:lstStyle>
          <a:p>
            <a:endParaRPr lang="en-IN"/>
          </a:p>
        </p:txBody>
      </p:sp>
    </p:spTree>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spd="slow">
    <p:wipe/>
  </p:transition>
  <p:txStyles>
    <p:title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691680" y="2516625"/>
            <a:ext cx="3528392" cy="1056391"/>
          </a:xfrm>
        </p:spPr>
        <p:txBody>
          <a:bodyPr/>
          <a:lstStyle/>
          <a:p>
            <a:r>
              <a:rPr lang="en-US" dirty="0" smtClean="0"/>
              <a:t>Nature</a:t>
            </a:r>
            <a:endParaRPr lang="en-IN" dirty="0"/>
          </a:p>
        </p:txBody>
      </p:sp>
      <p:sp>
        <p:nvSpPr>
          <p:cNvPr id="6" name="Subtitle 5"/>
          <p:cNvSpPr>
            <a:spLocks noGrp="1"/>
          </p:cNvSpPr>
          <p:nvPr>
            <p:ph type="subTitle" idx="1"/>
          </p:nvPr>
        </p:nvSpPr>
        <p:spPr/>
        <p:txBody>
          <a:bodyPr/>
          <a:lstStyle/>
          <a:p>
            <a:endParaRPr lang="en-IN"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60848" y="-44624"/>
            <a:ext cx="13393488" cy="6858000"/>
          </a:xfrm>
          <a:prstGeom prst="rect">
            <a:avLst/>
          </a:prstGeom>
        </p:spPr>
      </p:pic>
      <p:sp>
        <p:nvSpPr>
          <p:cNvPr id="8" name="TextBox 7"/>
          <p:cNvSpPr txBox="1"/>
          <p:nvPr/>
        </p:nvSpPr>
        <p:spPr>
          <a:xfrm>
            <a:off x="683568" y="476672"/>
            <a:ext cx="4852610" cy="2308324"/>
          </a:xfrm>
          <a:prstGeom prst="rect">
            <a:avLst/>
          </a:prstGeom>
          <a:noFill/>
        </p:spPr>
        <p:txBody>
          <a:bodyPr wrap="none" rtlCol="0">
            <a:spAutoFit/>
          </a:bodyPr>
          <a:lstStyle/>
          <a:p>
            <a:r>
              <a:rPr lang="en-US" sz="7200" b="1" dirty="0" smtClean="0"/>
              <a:t>GreenNest</a:t>
            </a:r>
            <a:endParaRPr lang="en-IN" sz="7200" b="1" dirty="0" smtClean="0"/>
          </a:p>
          <a:p>
            <a:endParaRPr lang="en-IN" sz="7200" b="1" dirty="0"/>
          </a:p>
        </p:txBody>
      </p:sp>
      <p:sp>
        <p:nvSpPr>
          <p:cNvPr id="9" name="TextBox 8"/>
          <p:cNvSpPr txBox="1"/>
          <p:nvPr/>
        </p:nvSpPr>
        <p:spPr>
          <a:xfrm>
            <a:off x="2555776" y="5528464"/>
            <a:ext cx="8028384" cy="1323439"/>
          </a:xfrm>
          <a:prstGeom prst="rect">
            <a:avLst/>
          </a:prstGeom>
          <a:noFill/>
        </p:spPr>
        <p:txBody>
          <a:bodyPr wrap="square" rtlCol="0">
            <a:spAutoFit/>
          </a:bodyPr>
          <a:lstStyle/>
          <a:p>
            <a:r>
              <a:rPr lang="en-US" sz="4000" b="1" dirty="0" smtClean="0"/>
              <a:t>Fresh Greens Delivered </a:t>
            </a:r>
          </a:p>
          <a:p>
            <a:r>
              <a:rPr lang="en-US" sz="4000" b="1" dirty="0"/>
              <a:t> </a:t>
            </a:r>
            <a:r>
              <a:rPr lang="en-US" sz="4000" b="1" dirty="0" smtClean="0"/>
              <a:t>      to your Doorstep</a:t>
            </a:r>
            <a:endParaRPr lang="en-IN" sz="4000" b="1" dirty="0"/>
          </a:p>
        </p:txBody>
      </p:sp>
    </p:spTree>
    <p:extLst>
      <p:ext uri="{BB962C8B-B14F-4D97-AF65-F5344CB8AC3E}">
        <p14:creationId xmlns:p14="http://schemas.microsoft.com/office/powerpoint/2010/main" val="1284076688"/>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5400" dirty="0" smtClean="0">
                <a:solidFill>
                  <a:srgbClr val="FF0000"/>
                </a:solidFill>
              </a:rPr>
              <a:t>Mentor- </a:t>
            </a:r>
            <a:r>
              <a:rPr lang="en-US" sz="5400" dirty="0" err="1" smtClean="0">
                <a:solidFill>
                  <a:srgbClr val="FF0000"/>
                </a:solidFill>
              </a:rPr>
              <a:t>Aditya</a:t>
            </a:r>
            <a:r>
              <a:rPr lang="en-US" sz="5400" dirty="0" smtClean="0">
                <a:solidFill>
                  <a:srgbClr val="FF0000"/>
                </a:solidFill>
              </a:rPr>
              <a:t> </a:t>
            </a:r>
            <a:r>
              <a:rPr lang="en-US" sz="5400" dirty="0" err="1" smtClean="0">
                <a:solidFill>
                  <a:srgbClr val="FF0000"/>
                </a:solidFill>
              </a:rPr>
              <a:t>Sabale</a:t>
            </a:r>
            <a:r>
              <a:rPr lang="en-US" sz="5400" dirty="0" smtClean="0">
                <a:solidFill>
                  <a:srgbClr val="FF0000"/>
                </a:solidFill>
              </a:rPr>
              <a:t/>
            </a:r>
            <a:br>
              <a:rPr lang="en-US" sz="5400" dirty="0" smtClean="0">
                <a:solidFill>
                  <a:srgbClr val="FF0000"/>
                </a:solidFill>
              </a:rPr>
            </a:br>
            <a:r>
              <a:rPr lang="en-US" sz="5400" dirty="0" smtClean="0">
                <a:solidFill>
                  <a:srgbClr val="FF0000"/>
                </a:solidFill>
              </a:rPr>
              <a:t>Team </a:t>
            </a:r>
            <a:r>
              <a:rPr lang="en-US" sz="5400" dirty="0" smtClean="0">
                <a:solidFill>
                  <a:srgbClr val="FF0000"/>
                </a:solidFill>
              </a:rPr>
              <a:t>Members</a:t>
            </a:r>
            <a:endParaRPr lang="en-IN" sz="5400" dirty="0">
              <a:solidFill>
                <a:srgbClr val="FF0000"/>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51920" y="2636912"/>
            <a:ext cx="5112568" cy="3887920"/>
          </a:xfrm>
          <a:prstGeom prst="rect">
            <a:avLst/>
          </a:prstGeom>
          <a:ln>
            <a:noFill/>
          </a:ln>
          <a:effectLst>
            <a:softEdge rad="112500"/>
          </a:effectLst>
        </p:spPr>
      </p:pic>
      <p:sp>
        <p:nvSpPr>
          <p:cNvPr id="3" name="Content Placeholder 2"/>
          <p:cNvSpPr>
            <a:spLocks noGrp="1"/>
          </p:cNvSpPr>
          <p:nvPr>
            <p:ph idx="1"/>
          </p:nvPr>
        </p:nvSpPr>
        <p:spPr/>
        <p:txBody>
          <a:bodyPr/>
          <a:lstStyle/>
          <a:p>
            <a:pPr marL="45720" indent="0">
              <a:buNone/>
            </a:pPr>
            <a:endParaRPr lang="en-US" b="1" dirty="0" smtClean="0">
              <a:solidFill>
                <a:srgbClr val="FF0000"/>
              </a:solidFill>
            </a:endParaRPr>
          </a:p>
          <a:p>
            <a:pPr marL="45720" indent="0">
              <a:buNone/>
            </a:pPr>
            <a:r>
              <a:rPr lang="en-US" b="1" dirty="0" smtClean="0">
                <a:solidFill>
                  <a:srgbClr val="FF0000"/>
                </a:solidFill>
              </a:rPr>
              <a:t> </a:t>
            </a:r>
            <a:r>
              <a:rPr lang="en-US" b="1" dirty="0" smtClean="0">
                <a:solidFill>
                  <a:srgbClr val="FF0000"/>
                </a:solidFill>
              </a:rPr>
              <a:t>Group: D6</a:t>
            </a:r>
          </a:p>
          <a:p>
            <a:r>
              <a:rPr lang="en-IN" sz="2400" b="1" dirty="0" smtClean="0">
                <a:solidFill>
                  <a:srgbClr val="FF0000"/>
                </a:solidFill>
                <a:latin typeface="Bell MT" pitchFamily="18" charset="0"/>
              </a:rPr>
              <a:t>Himanshu_89301</a:t>
            </a:r>
          </a:p>
          <a:p>
            <a:r>
              <a:rPr lang="en-US" sz="2400" b="1" dirty="0" smtClean="0">
                <a:solidFill>
                  <a:srgbClr val="FF0000"/>
                </a:solidFill>
                <a:latin typeface="Bell MT" pitchFamily="18" charset="0"/>
              </a:rPr>
              <a:t>Pratul_89803</a:t>
            </a:r>
            <a:endParaRPr lang="en-IN" sz="2400" b="1" dirty="0" smtClean="0">
              <a:solidFill>
                <a:srgbClr val="FF0000"/>
              </a:solidFill>
              <a:latin typeface="Bell MT" pitchFamily="18" charset="0"/>
            </a:endParaRPr>
          </a:p>
          <a:p>
            <a:r>
              <a:rPr lang="en-IN" sz="2400" b="1" dirty="0" smtClean="0">
                <a:solidFill>
                  <a:srgbClr val="FF0000"/>
                </a:solidFill>
                <a:latin typeface="Bell MT" pitchFamily="18" charset="0"/>
              </a:rPr>
              <a:t>Rishabh_89376</a:t>
            </a:r>
          </a:p>
          <a:p>
            <a:r>
              <a:rPr lang="en-US" sz="2400" b="1" dirty="0" smtClean="0">
                <a:solidFill>
                  <a:srgbClr val="FF0000"/>
                </a:solidFill>
                <a:latin typeface="Bell MT" pitchFamily="18" charset="0"/>
              </a:rPr>
              <a:t>Vishal_89674</a:t>
            </a:r>
            <a:endParaRPr lang="en-IN" sz="2400" b="1" dirty="0">
              <a:solidFill>
                <a:srgbClr val="FF0000"/>
              </a:solidFill>
              <a:latin typeface="Bell MT" pitchFamily="18" charset="0"/>
            </a:endParaRPr>
          </a:p>
        </p:txBody>
      </p:sp>
    </p:spTree>
    <p:extLst>
      <p:ext uri="{BB962C8B-B14F-4D97-AF65-F5344CB8AC3E}">
        <p14:creationId xmlns:p14="http://schemas.microsoft.com/office/powerpoint/2010/main" val="1941137558"/>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7000"/>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55576" y="1340768"/>
            <a:ext cx="7315200" cy="1154097"/>
          </a:xfrm>
        </p:spPr>
        <p:txBody>
          <a:bodyPr/>
          <a:lstStyle/>
          <a:p>
            <a:r>
              <a:rPr lang="en-US" dirty="0" smtClean="0"/>
              <a:t>Abstract</a:t>
            </a:r>
            <a:endParaRPr lang="en-IN" dirty="0"/>
          </a:p>
        </p:txBody>
      </p:sp>
      <p:sp>
        <p:nvSpPr>
          <p:cNvPr id="5" name="Content Placeholder 4"/>
          <p:cNvSpPr>
            <a:spLocks noGrp="1"/>
          </p:cNvSpPr>
          <p:nvPr>
            <p:ph idx="1"/>
          </p:nvPr>
        </p:nvSpPr>
        <p:spPr/>
        <p:txBody>
          <a:bodyPr/>
          <a:lstStyle/>
          <a:p>
            <a:pPr marL="45720" indent="0">
              <a:buNone/>
            </a:pPr>
            <a:r>
              <a:rPr lang="en-US" b="1" dirty="0" smtClean="0"/>
              <a:t>In this project, we propose online plant shopping known as GreenNest</a:t>
            </a:r>
            <a:r>
              <a:rPr lang="en-US" b="1" dirty="0"/>
              <a:t> </a:t>
            </a:r>
            <a:r>
              <a:rPr lang="en-US" b="1" dirty="0" smtClean="0"/>
              <a:t>which allows consumers to directly buy goods or services from seller over the internet using a web browser. The range of plants and garden products (including any installment of the goods or any parts for them) which are available for purchase fro our website in accordance with the terms. An agreements for us to sell you goods is made on these terms when we accept an order made by you via our website. We will confirm acceptance of your order on-screen.</a:t>
            </a:r>
            <a:endParaRPr lang="en-IN" b="1" dirty="0"/>
          </a:p>
        </p:txBody>
      </p:sp>
    </p:spTree>
    <p:extLst>
      <p:ext uri="{BB962C8B-B14F-4D97-AF65-F5344CB8AC3E}">
        <p14:creationId xmlns:p14="http://schemas.microsoft.com/office/powerpoint/2010/main" val="2134459885"/>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bg2">
                <a:tint val="100000"/>
                <a:shade val="80000"/>
                <a:satMod val="100000"/>
                <a:lumMod val="100000"/>
              </a:schemeClr>
            </a:gs>
            <a:gs pos="65000">
              <a:schemeClr val="bg2">
                <a:tint val="100000"/>
                <a:shade val="95000"/>
                <a:satMod val="100000"/>
                <a:lumMod val="100000"/>
              </a:schemeClr>
            </a:gs>
            <a:gs pos="100000">
              <a:schemeClr val="bg2">
                <a:tint val="88000"/>
                <a:shade val="100000"/>
                <a:satMod val="400000"/>
                <a:lumMod val="10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Introduction</a:t>
            </a:r>
            <a:endParaRPr lang="en-IN" dirty="0"/>
          </a:p>
        </p:txBody>
      </p:sp>
      <p:sp>
        <p:nvSpPr>
          <p:cNvPr id="3" name="Content Placeholder 2"/>
          <p:cNvSpPr>
            <a:spLocks noGrp="1"/>
          </p:cNvSpPr>
          <p:nvPr>
            <p:ph idx="1"/>
          </p:nvPr>
        </p:nvSpPr>
        <p:spPr/>
        <p:txBody>
          <a:bodyPr/>
          <a:lstStyle/>
          <a:p>
            <a:r>
              <a:rPr lang="en-US" smtClean="0"/>
              <a:t>This project is a web based shopping system for an existing shop. The project objective is to deliver an online shopping application. Online shopping fasten process whereby consumer directly buy goods or services from a seller in real-time, without an intermediary service, over the Internet. It is a form of electronic commerce. This project is an attempt to provide the advantage of online shopping to customers of a real shop. It helps buying the products in the shop anywhere through internet. Thus the customer will get the service of online shopping and home delivery from his favorite shop.</a:t>
            </a:r>
            <a:endParaRPr lang="en-IN" dirty="0"/>
          </a:p>
        </p:txBody>
      </p:sp>
    </p:spTree>
    <p:extLst>
      <p:ext uri="{BB962C8B-B14F-4D97-AF65-F5344CB8AC3E}">
        <p14:creationId xmlns:p14="http://schemas.microsoft.com/office/powerpoint/2010/main" val="1931798000"/>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600" y="908720"/>
            <a:ext cx="7474024" cy="1154097"/>
          </a:xfrm>
        </p:spPr>
        <p:txBody>
          <a:bodyPr>
            <a:normAutofit fontScale="90000"/>
          </a:bodyPr>
          <a:lstStyle/>
          <a:p>
            <a:r>
              <a:rPr lang="en-US" dirty="0" smtClean="0"/>
              <a:t>Proposed system &amp; its advantages:</a:t>
            </a:r>
            <a:endParaRPr lang="en-IN" dirty="0"/>
          </a:p>
        </p:txBody>
      </p:sp>
      <p:sp>
        <p:nvSpPr>
          <p:cNvPr id="4" name="Content Placeholder 3"/>
          <p:cNvSpPr>
            <a:spLocks noGrp="1"/>
          </p:cNvSpPr>
          <p:nvPr>
            <p:ph idx="1"/>
          </p:nvPr>
        </p:nvSpPr>
        <p:spPr/>
        <p:txBody>
          <a:bodyPr/>
          <a:lstStyle/>
          <a:p>
            <a:r>
              <a:rPr lang="en-US" dirty="0" smtClean="0"/>
              <a:t>Finding a plant online is much easier than looking for the local store.</a:t>
            </a:r>
          </a:p>
          <a:p>
            <a:r>
              <a:rPr lang="en-US" dirty="0" smtClean="0"/>
              <a:t>It is easier to find rare plants Shopping online is very fast in buying rare plants</a:t>
            </a:r>
          </a:p>
          <a:p>
            <a:r>
              <a:rPr lang="en-US" dirty="0" smtClean="0"/>
              <a:t>Plants are often more inexpensive. Plants are often cheaper online than they are in stores. There are several reason for this.</a:t>
            </a:r>
          </a:p>
          <a:p>
            <a:r>
              <a:rPr lang="en-US" dirty="0" smtClean="0"/>
              <a:t>Save time and energy. You don’t have to waste your time going to stores, dealing.</a:t>
            </a:r>
            <a:endParaRPr lang="en-IN" dirty="0"/>
          </a:p>
        </p:txBody>
      </p:sp>
    </p:spTree>
    <p:extLst>
      <p:ext uri="{BB962C8B-B14F-4D97-AF65-F5344CB8AC3E}">
        <p14:creationId xmlns:p14="http://schemas.microsoft.com/office/powerpoint/2010/main" val="1170225601"/>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Existing System &amp; It’s Disadvantage:</a:t>
            </a:r>
            <a:endParaRPr lang="en-IN" dirty="0"/>
          </a:p>
        </p:txBody>
      </p:sp>
      <p:sp>
        <p:nvSpPr>
          <p:cNvPr id="3" name="Content Placeholder 2"/>
          <p:cNvSpPr>
            <a:spLocks noGrp="1"/>
          </p:cNvSpPr>
          <p:nvPr>
            <p:ph idx="1"/>
          </p:nvPr>
        </p:nvSpPr>
        <p:spPr/>
        <p:txBody>
          <a:bodyPr/>
          <a:lstStyle/>
          <a:p>
            <a:r>
              <a:rPr lang="en-US" dirty="0" smtClean="0"/>
              <a:t>The main disadvantage of online shopping is that there is an instant gratification. Because the item must be shipped to you, you will have to wait a few days.</a:t>
            </a:r>
          </a:p>
          <a:p>
            <a:r>
              <a:rPr lang="en-US" dirty="0" smtClean="0"/>
              <a:t>As previously mentioned, many of the disadvantages of online shopping stem from shipping. Shipping charges and delays are both common problems.</a:t>
            </a:r>
          </a:p>
          <a:p>
            <a:r>
              <a:rPr lang="en-US" dirty="0" smtClean="0"/>
              <a:t>Sometime you may face delivery risks. This means that the seller might fail to deliver the specified product or it deliver a product that has been damaged during shipping.</a:t>
            </a:r>
            <a:endParaRPr lang="en-IN" dirty="0"/>
          </a:p>
        </p:txBody>
      </p:sp>
    </p:spTree>
    <p:extLst>
      <p:ext uri="{BB962C8B-B14F-4D97-AF65-F5344CB8AC3E}">
        <p14:creationId xmlns:p14="http://schemas.microsoft.com/office/powerpoint/2010/main" val="4191931155"/>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Why </a:t>
            </a:r>
            <a:r>
              <a:rPr lang="en-IN" dirty="0"/>
              <a:t>Plants?</a:t>
            </a:r>
          </a:p>
        </p:txBody>
      </p:sp>
      <p:sp>
        <p:nvSpPr>
          <p:cNvPr id="3" name="Content Placeholder 2"/>
          <p:cNvSpPr>
            <a:spLocks noGrp="1"/>
          </p:cNvSpPr>
          <p:nvPr>
            <p:ph idx="1"/>
          </p:nvPr>
        </p:nvSpPr>
        <p:spPr/>
        <p:txBody>
          <a:bodyPr/>
          <a:lstStyle/>
          <a:p>
            <a:r>
              <a:rPr lang="en-US" dirty="0"/>
              <a:t>Benefits of indoor and outdoor plants:</a:t>
            </a:r>
          </a:p>
          <a:p>
            <a:r>
              <a:rPr lang="en-US" dirty="0"/>
              <a:t>Air purification</a:t>
            </a:r>
          </a:p>
          <a:p>
            <a:r>
              <a:rPr lang="en-US" dirty="0"/>
              <a:t>Stress reduction</a:t>
            </a:r>
          </a:p>
          <a:p>
            <a:r>
              <a:rPr lang="en-US" dirty="0"/>
              <a:t>Home decor</a:t>
            </a:r>
          </a:p>
          <a:p>
            <a:r>
              <a:rPr lang="en-US" dirty="0"/>
              <a:t>Growing trend in plant ownership (especially post-pandemic)</a:t>
            </a:r>
          </a:p>
          <a:p>
            <a:pPr marL="45720" indent="0">
              <a:buNone/>
            </a:pPr>
            <a:endParaRPr lang="en-IN" dirty="0"/>
          </a:p>
        </p:txBody>
      </p:sp>
    </p:spTree>
    <p:extLst>
      <p:ext uri="{BB962C8B-B14F-4D97-AF65-F5344CB8AC3E}">
        <p14:creationId xmlns:p14="http://schemas.microsoft.com/office/powerpoint/2010/main" val="3602276247"/>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What </a:t>
            </a:r>
            <a:r>
              <a:rPr lang="en-IN" dirty="0"/>
              <a:t>We Offer</a:t>
            </a:r>
          </a:p>
        </p:txBody>
      </p:sp>
      <p:sp>
        <p:nvSpPr>
          <p:cNvPr id="3" name="Content Placeholder 2"/>
          <p:cNvSpPr>
            <a:spLocks noGrp="1"/>
          </p:cNvSpPr>
          <p:nvPr>
            <p:ph idx="1"/>
          </p:nvPr>
        </p:nvSpPr>
        <p:spPr/>
        <p:txBody>
          <a:bodyPr/>
          <a:lstStyle/>
          <a:p>
            <a:r>
              <a:rPr lang="en-US" dirty="0"/>
              <a:t>Categories:</a:t>
            </a:r>
          </a:p>
          <a:p>
            <a:r>
              <a:rPr lang="en-US" dirty="0"/>
              <a:t>Indoor plants</a:t>
            </a:r>
          </a:p>
          <a:p>
            <a:r>
              <a:rPr lang="en-US" dirty="0"/>
              <a:t>Outdoor plants</a:t>
            </a:r>
          </a:p>
          <a:p>
            <a:r>
              <a:rPr lang="en-US" dirty="0"/>
              <a:t>Succulents and cacti</a:t>
            </a:r>
          </a:p>
          <a:p>
            <a:r>
              <a:rPr lang="en-US" dirty="0"/>
              <a:t>Pots &amp; accessories</a:t>
            </a:r>
          </a:p>
          <a:p>
            <a:r>
              <a:rPr lang="en-US" dirty="0"/>
              <a:t>Care products</a:t>
            </a:r>
          </a:p>
          <a:p>
            <a:r>
              <a:rPr lang="en-US" dirty="0"/>
              <a:t>Subscription plans or </a:t>
            </a:r>
            <a:r>
              <a:rPr lang="en-US" dirty="0" smtClean="0"/>
              <a:t>bundles</a:t>
            </a:r>
            <a:endParaRPr lang="en-US" dirty="0"/>
          </a:p>
          <a:p>
            <a:pPr marL="45720" indent="0">
              <a:buNone/>
            </a:pPr>
            <a:endParaRPr lang="en-IN"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4008" y="2708920"/>
            <a:ext cx="4104456" cy="3960440"/>
          </a:xfrm>
          <a:prstGeom prst="rect">
            <a:avLst/>
          </a:prstGeom>
          <a:ln>
            <a:noFill/>
          </a:ln>
          <a:effectLst>
            <a:softEdge rad="112500"/>
          </a:effectLst>
        </p:spPr>
      </p:pic>
    </p:spTree>
    <p:extLst>
      <p:ext uri="{BB962C8B-B14F-4D97-AF65-F5344CB8AC3E}">
        <p14:creationId xmlns:p14="http://schemas.microsoft.com/office/powerpoint/2010/main" val="2785571667"/>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How </a:t>
            </a:r>
            <a:r>
              <a:rPr lang="en-IN" dirty="0"/>
              <a:t>It Works</a:t>
            </a:r>
          </a:p>
        </p:txBody>
      </p:sp>
      <p:sp>
        <p:nvSpPr>
          <p:cNvPr id="3" name="Content Placeholder 2"/>
          <p:cNvSpPr>
            <a:spLocks noGrp="1"/>
          </p:cNvSpPr>
          <p:nvPr>
            <p:ph idx="1"/>
          </p:nvPr>
        </p:nvSpPr>
        <p:spPr/>
        <p:txBody>
          <a:bodyPr/>
          <a:lstStyle/>
          <a:p>
            <a:pPr marL="45720" indent="0">
              <a:buNone/>
            </a:pPr>
            <a:endParaRPr lang="en-US" dirty="0" smtClean="0"/>
          </a:p>
          <a:p>
            <a:pPr marL="45720" indent="0">
              <a:buNone/>
            </a:pPr>
            <a:r>
              <a:rPr lang="en-US" dirty="0" smtClean="0"/>
              <a:t>Step-by-step </a:t>
            </a:r>
            <a:r>
              <a:rPr lang="en-US" dirty="0"/>
              <a:t>order process:</a:t>
            </a:r>
          </a:p>
          <a:p>
            <a:r>
              <a:rPr lang="en-US" dirty="0"/>
              <a:t>Browse &amp; choose plants</a:t>
            </a:r>
          </a:p>
          <a:p>
            <a:r>
              <a:rPr lang="en-US" dirty="0"/>
              <a:t>Add to cart &amp; checkout</a:t>
            </a:r>
          </a:p>
          <a:p>
            <a:r>
              <a:rPr lang="en-US" dirty="0"/>
              <a:t>Fast delivery</a:t>
            </a:r>
          </a:p>
          <a:p>
            <a:r>
              <a:rPr lang="en-US" dirty="0"/>
              <a:t>Post-purchase care tips/support</a:t>
            </a:r>
          </a:p>
          <a:p>
            <a:pPr marL="45720" indent="0">
              <a:buNone/>
            </a:pPr>
            <a:endParaRPr lang="en-IN"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92080" y="1988840"/>
            <a:ext cx="3600400" cy="4488160"/>
          </a:xfrm>
          <a:prstGeom prst="rect">
            <a:avLst/>
          </a:prstGeom>
          <a:ln>
            <a:noFill/>
          </a:ln>
          <a:effectLst>
            <a:softEdge rad="112500"/>
          </a:effectLst>
        </p:spPr>
      </p:pic>
    </p:spTree>
    <p:extLst>
      <p:ext uri="{BB962C8B-B14F-4D97-AF65-F5344CB8AC3E}">
        <p14:creationId xmlns:p14="http://schemas.microsoft.com/office/powerpoint/2010/main" val="3368995502"/>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Unique </a:t>
            </a:r>
            <a:r>
              <a:rPr lang="en-IN" dirty="0"/>
              <a:t>Selling Points (USP)</a:t>
            </a:r>
          </a:p>
        </p:txBody>
      </p:sp>
      <p:sp>
        <p:nvSpPr>
          <p:cNvPr id="3" name="Content Placeholder 2"/>
          <p:cNvSpPr>
            <a:spLocks noGrp="1"/>
          </p:cNvSpPr>
          <p:nvPr>
            <p:ph idx="1"/>
          </p:nvPr>
        </p:nvSpPr>
        <p:spPr/>
        <p:txBody>
          <a:bodyPr/>
          <a:lstStyle/>
          <a:p>
            <a:r>
              <a:rPr lang="en-US" dirty="0"/>
              <a:t>Healthy, pest-free plants guaranteed</a:t>
            </a:r>
          </a:p>
          <a:p>
            <a:r>
              <a:rPr lang="en-US" dirty="0"/>
              <a:t>Eco-friendly packaging</a:t>
            </a:r>
          </a:p>
          <a:p>
            <a:r>
              <a:rPr lang="en-US" dirty="0"/>
              <a:t>Personalized recommendations</a:t>
            </a:r>
          </a:p>
          <a:p>
            <a:r>
              <a:rPr lang="en-US" dirty="0"/>
              <a:t>Plant care guidance via blog/chat</a:t>
            </a:r>
          </a:p>
          <a:p>
            <a:pPr marL="45720" indent="0">
              <a:buNone/>
            </a:pPr>
            <a:endParaRPr lang="en-IN" dirty="0"/>
          </a:p>
        </p:txBody>
      </p:sp>
    </p:spTree>
    <p:extLst>
      <p:ext uri="{BB962C8B-B14F-4D97-AF65-F5344CB8AC3E}">
        <p14:creationId xmlns:p14="http://schemas.microsoft.com/office/powerpoint/2010/main" val="1773210403"/>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IN" dirty="0"/>
              <a:t>Target Market</a:t>
            </a:r>
          </a:p>
        </p:txBody>
      </p:sp>
      <p:sp>
        <p:nvSpPr>
          <p:cNvPr id="7" name="Content Placeholder 6"/>
          <p:cNvSpPr>
            <a:spLocks noGrp="1"/>
          </p:cNvSpPr>
          <p:nvPr>
            <p:ph idx="1"/>
          </p:nvPr>
        </p:nvSpPr>
        <p:spPr/>
        <p:txBody>
          <a:bodyPr/>
          <a:lstStyle/>
          <a:p>
            <a:r>
              <a:rPr lang="en-US" dirty="0"/>
              <a:t>Urban dwellers</a:t>
            </a:r>
          </a:p>
          <a:p>
            <a:r>
              <a:rPr lang="en-US" dirty="0"/>
              <a:t>Office workers</a:t>
            </a:r>
          </a:p>
          <a:p>
            <a:r>
              <a:rPr lang="en-US" dirty="0"/>
              <a:t>Plant lovers / hobbyists</a:t>
            </a:r>
          </a:p>
          <a:p>
            <a:r>
              <a:rPr lang="en-US" dirty="0"/>
              <a:t>Gifts &amp; events market</a:t>
            </a:r>
          </a:p>
          <a:p>
            <a:pPr marL="45720" indent="0">
              <a:buNone/>
            </a:pPr>
            <a:endParaRPr lang="en-IN"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4725144"/>
            <a:ext cx="8712968" cy="2016224"/>
          </a:xfrm>
          <a:prstGeom prst="rect">
            <a:avLst/>
          </a:prstGeom>
        </p:spPr>
      </p:pic>
    </p:spTree>
    <p:extLst>
      <p:ext uri="{BB962C8B-B14F-4D97-AF65-F5344CB8AC3E}">
        <p14:creationId xmlns:p14="http://schemas.microsoft.com/office/powerpoint/2010/main" val="1418260445"/>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60649"/>
            <a:ext cx="7315200" cy="648072"/>
          </a:xfrm>
        </p:spPr>
        <p:txBody>
          <a:bodyPr>
            <a:normAutofit fontScale="90000"/>
          </a:bodyPr>
          <a:lstStyle/>
          <a:p>
            <a:r>
              <a:rPr lang="en-US" dirty="0" smtClean="0"/>
              <a:t>         Flow Diagram</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95536" y="908720"/>
            <a:ext cx="8064896" cy="576064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31286002"/>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332657"/>
            <a:ext cx="7315200" cy="720080"/>
          </a:xfrm>
        </p:spPr>
        <p:txBody>
          <a:bodyPr/>
          <a:lstStyle/>
          <a:p>
            <a:r>
              <a:rPr lang="en-US" dirty="0" smtClean="0"/>
              <a:t>                ER Diagram</a:t>
            </a:r>
            <a:endParaRPr lang="en-IN" dirty="0"/>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l="1117" t="15352" r="43281" b="11296"/>
          <a:stretch/>
        </p:blipFill>
        <p:spPr>
          <a:xfrm>
            <a:off x="539552" y="1268760"/>
            <a:ext cx="8280920" cy="5361277"/>
          </a:xfrm>
          <a:effectLst>
            <a:innerShdw blurRad="114300">
              <a:prstClr val="black"/>
            </a:innerShdw>
          </a:effectLst>
        </p:spPr>
      </p:pic>
    </p:spTree>
    <p:extLst>
      <p:ext uri="{BB962C8B-B14F-4D97-AF65-F5344CB8AC3E}">
        <p14:creationId xmlns:p14="http://schemas.microsoft.com/office/powerpoint/2010/main" val="2083705471"/>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96752"/>
            <a:ext cx="8928992" cy="5472608"/>
          </a:xfrm>
          <a:prstGeom prst="rect">
            <a:avLst/>
          </a:prstGeom>
        </p:spPr>
      </p:pic>
    </p:spTree>
    <p:extLst>
      <p:ext uri="{BB962C8B-B14F-4D97-AF65-F5344CB8AC3E}">
        <p14:creationId xmlns:p14="http://schemas.microsoft.com/office/powerpoint/2010/main" val="2357006265"/>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9792" y="980728"/>
            <a:ext cx="3960440" cy="432048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358390996"/>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1760" y="1268760"/>
            <a:ext cx="4051324" cy="381642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421170000"/>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893" y="476672"/>
            <a:ext cx="4570214" cy="6120680"/>
          </a:xfrm>
          <a:prstGeom prst="rect">
            <a:avLst/>
          </a:prstGeom>
        </p:spPr>
      </p:pic>
    </p:spTree>
    <p:extLst>
      <p:ext uri="{BB962C8B-B14F-4D97-AF65-F5344CB8AC3E}">
        <p14:creationId xmlns:p14="http://schemas.microsoft.com/office/powerpoint/2010/main" val="3748799562"/>
      </p:ext>
    </p:extLst>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25300"/>
          <a:stretch/>
        </p:blipFill>
        <p:spPr>
          <a:xfrm>
            <a:off x="2339144" y="476672"/>
            <a:ext cx="4570214" cy="5681272"/>
          </a:xfrm>
          <a:prstGeom prst="rect">
            <a:avLst/>
          </a:prstGeom>
        </p:spPr>
      </p:pic>
    </p:spTree>
    <p:extLst>
      <p:ext uri="{BB962C8B-B14F-4D97-AF65-F5344CB8AC3E}">
        <p14:creationId xmlns:p14="http://schemas.microsoft.com/office/powerpoint/2010/main" val="381765758"/>
      </p:ext>
    </p:extLst>
  </p:cSld>
  <p:clrMapOvr>
    <a:masterClrMapping/>
  </p:clrMapOvr>
  <p:transition spd="slow">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17334"/>
          <a:stretch/>
        </p:blipFill>
        <p:spPr>
          <a:xfrm>
            <a:off x="2286893" y="476672"/>
            <a:ext cx="4570214" cy="5669280"/>
          </a:xfrm>
          <a:prstGeom prst="rect">
            <a:avLst/>
          </a:prstGeom>
        </p:spPr>
      </p:pic>
    </p:spTree>
    <p:extLst>
      <p:ext uri="{BB962C8B-B14F-4D97-AF65-F5344CB8AC3E}">
        <p14:creationId xmlns:p14="http://schemas.microsoft.com/office/powerpoint/2010/main" val="3275339903"/>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7704" y="116632"/>
            <a:ext cx="5616623" cy="6480720"/>
          </a:xfrm>
          <a:prstGeom prst="rect">
            <a:avLst/>
          </a:prstGeom>
        </p:spPr>
      </p:pic>
    </p:spTree>
    <p:extLst>
      <p:ext uri="{BB962C8B-B14F-4D97-AF65-F5344CB8AC3E}">
        <p14:creationId xmlns:p14="http://schemas.microsoft.com/office/powerpoint/2010/main" val="1616854448"/>
      </p:ext>
    </p:ext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16632"/>
            <a:ext cx="6858000" cy="6624736"/>
          </a:xfrm>
          <a:prstGeom prst="rect">
            <a:avLst/>
          </a:prstGeom>
        </p:spPr>
      </p:pic>
    </p:spTree>
    <p:extLst>
      <p:ext uri="{BB962C8B-B14F-4D97-AF65-F5344CB8AC3E}">
        <p14:creationId xmlns:p14="http://schemas.microsoft.com/office/powerpoint/2010/main" val="1536224303"/>
      </p:ext>
    </p:extLst>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88640"/>
            <a:ext cx="6858000" cy="6480720"/>
          </a:xfrm>
          <a:prstGeom prst="rect">
            <a:avLst/>
          </a:prstGeom>
        </p:spPr>
      </p:pic>
    </p:spTree>
    <p:extLst>
      <p:ext uri="{BB962C8B-B14F-4D97-AF65-F5344CB8AC3E}">
        <p14:creationId xmlns:p14="http://schemas.microsoft.com/office/powerpoint/2010/main" val="3670602650"/>
      </p:ext>
    </p:extLst>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88640"/>
            <a:ext cx="6858000" cy="6480720"/>
          </a:xfrm>
          <a:prstGeom prst="rect">
            <a:avLst/>
          </a:prstGeom>
        </p:spPr>
      </p:pic>
    </p:spTree>
    <p:extLst>
      <p:ext uri="{BB962C8B-B14F-4D97-AF65-F5344CB8AC3E}">
        <p14:creationId xmlns:p14="http://schemas.microsoft.com/office/powerpoint/2010/main" val="2489914038"/>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88640"/>
            <a:ext cx="6858000" cy="6408712"/>
          </a:xfrm>
          <a:prstGeom prst="rect">
            <a:avLst/>
          </a:prstGeom>
        </p:spPr>
      </p:pic>
    </p:spTree>
    <p:extLst>
      <p:ext uri="{BB962C8B-B14F-4D97-AF65-F5344CB8AC3E}">
        <p14:creationId xmlns:p14="http://schemas.microsoft.com/office/powerpoint/2010/main" val="3118957518"/>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t="11619" r="35080" b="20381"/>
          <a:stretch/>
        </p:blipFill>
        <p:spPr>
          <a:xfrm>
            <a:off x="323528" y="260648"/>
            <a:ext cx="7992887" cy="6408711"/>
          </a:xfrm>
          <a:prstGeom prst="rect">
            <a:avLst/>
          </a:prstGeom>
          <a:ln>
            <a:noFill/>
          </a:ln>
          <a:effectLst>
            <a:softEdge rad="112500"/>
          </a:effectLst>
        </p:spPr>
      </p:pic>
    </p:spTree>
    <p:extLst>
      <p:ext uri="{BB962C8B-B14F-4D97-AF65-F5344CB8AC3E}">
        <p14:creationId xmlns:p14="http://schemas.microsoft.com/office/powerpoint/2010/main" val="305320792"/>
      </p:ext>
    </p:extLst>
  </p:cSld>
  <p:clrMapOvr>
    <a:masterClrMapping/>
  </p:clrMapOvr>
  <p:transition spd="slow">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224" y="381000"/>
            <a:ext cx="8607552" cy="6096000"/>
          </a:xfrm>
          <a:prstGeom prst="rect">
            <a:avLst/>
          </a:prstGeom>
        </p:spPr>
      </p:pic>
    </p:spTree>
    <p:extLst>
      <p:ext uri="{BB962C8B-B14F-4D97-AF65-F5344CB8AC3E}">
        <p14:creationId xmlns:p14="http://schemas.microsoft.com/office/powerpoint/2010/main" val="1632218773"/>
      </p:ext>
    </p:extLst>
  </p:cSld>
  <p:clrMapOvr>
    <a:masterClrMapping/>
  </p:clrMapOvr>
  <p:transition spd="slow">
    <p:wip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Perspective</Template>
  <TotalTime>681</TotalTime>
  <Words>505</Words>
  <Application>Microsoft Office PowerPoint</Application>
  <PresentationFormat>On-screen Show (4:3)</PresentationFormat>
  <Paragraphs>57</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Perspective</vt:lpstr>
      <vt:lpstr>Nature</vt:lpstr>
      <vt:lpstr>Mentor- Aditya Sabale Team Members</vt:lpstr>
      <vt:lpstr>Abstract</vt:lpstr>
      <vt:lpstr>Introduction</vt:lpstr>
      <vt:lpstr>Proposed system &amp; its advantages:</vt:lpstr>
      <vt:lpstr>Existing System &amp; It’s Disadvantage:</vt:lpstr>
      <vt:lpstr>  Why Plants?</vt:lpstr>
      <vt:lpstr>            What We Offer</vt:lpstr>
      <vt:lpstr> How It Works</vt:lpstr>
      <vt:lpstr>Unique Selling Points (USP)</vt:lpstr>
      <vt:lpstr>Target Market</vt:lpstr>
      <vt:lpstr>         Flow Diagram</vt:lpstr>
      <vt:lpstr>                ER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Nature</dc:title>
  <dc:creator>user</dc:creator>
  <cp:lastModifiedBy>user</cp:lastModifiedBy>
  <cp:revision>28</cp:revision>
  <dcterms:created xsi:type="dcterms:W3CDTF">2025-04-28T13:36:04Z</dcterms:created>
  <dcterms:modified xsi:type="dcterms:W3CDTF">2025-04-30T16:09:24Z</dcterms:modified>
</cp:coreProperties>
</file>